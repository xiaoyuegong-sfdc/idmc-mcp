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73152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Refreshing IDMC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>
                <a:solidFill>
                  <a:srgbClr val="C9D6E3"/>
                </a:solidFill>
                <a:latin typeface="Segoe UI"/>
              </a:rPr>
              <a:t>MCP server tokens (OAuth 2.0 / OAuth 2.1 + PKCE) and REST API tokens</a:t>
            </a:r>
          </a:p>
          <a:p>
            <a:pPr algn="l"/>
            <a:r>
              <a:rPr sz="2000" b="0">
                <a:solidFill>
                  <a:srgbClr val="C9D6E3"/>
                </a:solidFill>
                <a:latin typeface="Segoe UI"/>
              </a:rPr>
              <a:t>How they are minted, stored, renewed, invalidated and debugged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F27A1A"/>
                </a:solidFill>
                <a:latin typeface="Segoe UI"/>
              </a:rPr>
              <a:t>idmc-mcp project · refresh-idmc-token skill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Two token kinds — never mix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F8A8A"/>
                </a:solidFill>
                <a:latin typeface="Segoe UI"/>
              </a:rPr>
              <a:t>MCP servers and REST APIs use different tokens, stored in different 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4023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82296" cy="402336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212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MCP server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22B4A"/>
                </a:solidFill>
                <a:latin typeface="Segoe UI"/>
              </a:rPr>
              <a:t>•  Used by Claude Code's IDMC MCP servers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–  usermanagement, cdgcsearchmetadata, catalog-*, claire-*, data-marketplace-order-management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22B4A"/>
                </a:solidFill>
                <a:latin typeface="Segoe UI"/>
              </a:rPr>
              <a:t>•  Stored in ~/.claude.json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–  projects → mcpServers.&lt;name&gt;.headers.Authorization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Record copies: ~/.idmc/mcp-oauth20-token.json, mcp-oauth21-token.json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Minted by OAuth 2.0 client credentials or OAuth 2.1 auth code + PKCE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5486400" cy="4023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82296" cy="402336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212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REST API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22B4A"/>
                </a:solidFill>
                <a:latin typeface="Segoe UI"/>
              </a:rPr>
              <a:t>•  Used by direct IDMC / CDGC REST calls and idmc-segment.mjs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22B4A"/>
                </a:solidFill>
                <a:latin typeface="Segoe UI"/>
              </a:rPr>
              <a:t>•  Stored in ~/.idmc/api-token.json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–  sessionId → INFA-SESSION-ID header (v3 admin API)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–  jwt → Authorization: Bearer (CDGC APIs)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Minted by user login: password (native) or Edge browser SSO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Never written into .claude.json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500" b="1">
                <a:solidFill>
                  <a:srgbClr val="122B4A"/>
                </a:solidFill>
                <a:latin typeface="Segoe UI"/>
              </a:rPr>
              <a:t>When both are valid they must belong to the same org — node idmc-segment.mjs check → ORG: MATCH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Token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F8A8A"/>
                </a:solidFill>
                <a:latin typeface="Segoe UI"/>
              </a:rPr>
              <a:t>Scripts, storage and lifetime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91640"/>
          <a:ext cx="1124712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1828800"/>
                <a:gridCol w="2834640"/>
                <a:gridCol w="1005840"/>
                <a:gridCol w="1737360"/>
              </a:tblGrid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Token</a:t>
                      </a:r>
                    </a:p>
                  </a:txBody>
                  <a:tcPr marL="73152" marR="7315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Refresh script</a:t>
                      </a:r>
                    </a:p>
                  </a:txBody>
                  <a:tcPr marL="73152" marR="7315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Identity</a:t>
                      </a:r>
                    </a:p>
                  </a:txBody>
                  <a:tcPr marL="73152" marR="7315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Stored in</a:t>
                      </a:r>
                    </a:p>
                  </a:txBody>
                  <a:tcPr marL="73152" marR="7315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Lifetime</a:t>
                      </a:r>
                    </a:p>
                  </a:txBody>
                  <a:tcPr marL="73152" marR="7315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Renew without login</a:t>
                      </a:r>
                    </a:p>
                  </a:txBody>
                  <a:tcPr marL="73152" marR="73152">
                    <a:solidFill>
                      <a:srgbClr val="122B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2B4A"/>
                          </a:solidFill>
                          <a:latin typeface="Segoe UI"/>
                        </a:rPr>
                        <a:t>MCP · OAuth 2.0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refresh-token-mcp-oauth20.cmd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OAuth app service principal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.claude.json (all servers) + mcp-oauth20-token.json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~24 h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-ApplySaved (if unexpired)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2B4A"/>
                          </a:solidFill>
                          <a:latin typeface="Segoe UI"/>
                        </a:rPr>
                        <a:t>MCP · OAuth 2.1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refresh-token-mcp-oauth21.cmd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Logged-in user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.claude.json (one server, aud) + mcp-oauth21-token.json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~1 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-ApplySaved, -Refresh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2B4A"/>
                          </a:solidFill>
                          <a:latin typeface="Segoe UI"/>
                        </a:rPr>
                        <a:t>REST · native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refresh-token-api-native.cmd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User (username + password)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api-token.json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JWT ~30 min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Auto re-mint from sessionId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22B4A"/>
                          </a:solidFill>
                          <a:latin typeface="Segoe UI"/>
                        </a:rPr>
                        <a:t>REST · browser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refresh-token-api-browser.cmd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User (Edge SSO login)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api-token.json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JWT ~30 min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55F6B"/>
                          </a:solidFill>
                          <a:latin typeface="Segoe UI"/>
                        </a:rPr>
                        <a:t>Auto re-mint from sessionId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No secrets are stored in the project: passwords and client secrets are only prompted (Read-Host -AsSecureString).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MCP · OAuth 2.0 client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F8A8A"/>
                </a:solidFill>
                <a:latin typeface="Segoe UI"/>
              </a:rPr>
              <a:t>refresh-token-mcp-oauth20.cmd — one call, one token for every IDMC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6675120" cy="205740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POST https://dm-em.informaticacloud.com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     /authz-service/oauth/token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     ?grant_type=client_credentials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     &amp;client_id=&lt;client_id&gt;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     &amp;client_secret=&lt;client_secret&gt;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# no body - /oauth/token (not /oauth2/) - params in query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6675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What the script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6675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Prompts for client_id / client_secret (secret never shown or saved)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Decodes JWT claims: sub, org_id, aud, exp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Saves token + claims to ~/.idmc/mcp-oauth20-token.json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Sets Authorization: Bearer &lt;token&gt; on all 6 servers in .claude.json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Then: /mcp → reconnect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645920"/>
            <a:ext cx="4251960" cy="4480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79" y="1645920"/>
            <a:ext cx="82296" cy="448056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1737360"/>
            <a:ext cx="3977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Key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2194560"/>
            <a:ext cx="3977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Service principal, not a user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Lifetime ~24 h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No refresh_token → no -Refresh; rerun the script on expiry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-ApplySaved: re-writes the saved, unexpired token into all servers — no API call, no prompt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Claude can't answer the secret prompt: open the .cmd in its own console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MCP · OAuth 2.1 authorization code + PKCE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F8A8A"/>
                </a:solidFill>
                <a:latin typeface="Segoe UI"/>
              </a:rPr>
              <a:t>refresh-token-mcp-oauth21.cmd — public client, no secret, runs as your own user, one server per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011680" cy="5486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  Generate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2011680" cy="1600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192024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code_verifier (32 random bytes, base64url)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code_challenge = B64URL(SHA256(verifier))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state = GUID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96312" y="1965960"/>
            <a:ext cx="246888" cy="274320"/>
          </a:xfrm>
          <a:prstGeom prst="rightArrow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70632" y="1828800"/>
            <a:ext cx="2011680" cy="5486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182880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  Authorize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0632" y="2377440"/>
            <a:ext cx="2011680" cy="1600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2468880"/>
            <a:ext cx="192024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Browser → /oauth2/authorize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with code_challenge, state, resource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User logs in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09744" y="1965960"/>
            <a:ext cx="246888" cy="274320"/>
          </a:xfrm>
          <a:prstGeom prst="rightArrow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828800"/>
            <a:ext cx="2011680" cy="5486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182880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  Callback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2377440"/>
            <a:ext cx="2011680" cy="1600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4" y="2468880"/>
            <a:ext cx="192024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IDMC → localhost:9876/callback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?code=…&amp;state=…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Listener checks state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23176" y="1965960"/>
            <a:ext cx="246888" cy="274320"/>
          </a:xfrm>
          <a:prstGeom prst="rightArrow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7496" y="1828800"/>
            <a:ext cx="2011680" cy="54864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182880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  Exchange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97496" y="2377440"/>
            <a:ext cx="2011680" cy="1600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2468880"/>
            <a:ext cx="192024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POST /oauth2/token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code + code_verifier + resource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→ access_token, refresh_token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36608" y="1965960"/>
            <a:ext cx="246888" cy="274320"/>
          </a:xfrm>
          <a:prstGeom prst="rightArrow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10928" y="1828800"/>
            <a:ext cx="2011680" cy="54864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1828800"/>
            <a:ext cx="201168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  Apply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10928" y="2377440"/>
            <a:ext cx="2011680" cy="1600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2468880"/>
            <a:ext cx="192024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Save per resource in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mcp-oauth21-token.json</a:t>
            </a:r>
          </a:p>
          <a:p>
            <a:pPr algn="l"/>
            <a:r>
              <a:rPr sz="1200" b="0">
                <a:solidFill>
                  <a:srgbClr val="555F6B"/>
                </a:solidFill>
                <a:latin typeface="Segoe UI"/>
              </a:rPr>
              <a:t>Write header on matching server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5486400" cy="2057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251960"/>
            <a:ext cx="82296" cy="20574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43400"/>
            <a:ext cx="5212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Prompts / parameters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80060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•  -BaseUrl  (default https://dm-em.informaticacloud.com)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•  -ClientId  (public client, redirect URI registered)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•  -RedirectUri  (default http://localhost:9876/callback)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•  -Resource  (name → https://mcp.&lt;host&gt;/mcp-servers/public/&lt;name&gt;)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251960"/>
            <a:ext cx="5486400" cy="2057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251960"/>
            <a:ext cx="82296" cy="205740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343400"/>
            <a:ext cx="5212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Key facts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80060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•  Token aud = that one server URL → 401 on any other server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•  Lifetime ~1 h; renew with -Refresh (no browser)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•  -ShowDetails prints requests, responses and claims (masked)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55F6B"/>
                </a:solidFill>
                <a:latin typeface="Segoe UI"/>
              </a:rPr>
              <a:t>•  Scope: mcp:tools:read mcp:tools:write mcp:tools:execute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OAuth 2.1 · token exchange and refresh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F8A8A"/>
                </a:solidFill>
                <a:latin typeface="Segoe UI"/>
              </a:rPr>
              <a:t>Same endpoint, form-encoded body: POST &lt;baseUrl&gt;/authz-service/oauth2/token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Exchange (after browser login)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486400" cy="237744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grant_type=authorization_code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&amp;code=&lt;code from callback&gt;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&amp;redirect_uri=http://localhost:9876/callback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&amp;client_id=&lt;client_id&gt;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&amp;code_verifier=&lt;code_verifier&gt;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&amp;resource=&lt;MCP resource URL&gt;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Refresh  (-Refresh)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57400"/>
            <a:ext cx="5486400" cy="237744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grant_type=refresh_token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&amp;refresh_token=&lt;saved refresh_token&gt;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&amp;client_id=&lt;saved clientId&gt;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&amp;resource=&lt;MCP resource URL&gt;</a:t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E6EDF3"/>
                </a:solidFill>
                <a:latin typeface="Consolas"/>
              </a:rPr>
              <a:t># no browser, no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Response: access_token, token_type, expires_in, scope, optionally refresh_token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A rotated refresh_token replaces the saved one; if none is returned, the old one is kept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invalid_grant on -Refresh → refresh token expired or revoked → log in again without -Refresh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code_verifier is only sent in the exchange — it proves the caller started the login (no secret needed)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REST API token · native or browser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F8A8A"/>
                </a:solidFill>
                <a:latin typeface="Segoe UI"/>
              </a:rPr>
              <a:t>Both mint a user JWT via /identity-service/api/v1/jwt/Token?client_id=idmc_api and save api-token.json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82296" cy="27432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212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B1 · refresh-token-api-native.cmd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Prompts for username (IDMC_USER) + password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/Login → sessionId → jwt/Token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Needs its own console (secure prompt)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5486400" cy="2743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82296" cy="274320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212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B2 · refresh-token-api-browser.cmd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Opens login URL in Edge with a DevTools debug port + dedicated profile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Reads IDS-SESSION cookie → exchanges via IDS-SESSION-ID header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No secret typed → Claude can run it; SSO orgs use .../ma/sso/&lt;orgId&gt;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One profile/port per org remembers each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api-token.json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11292840" cy="68580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/>
          <a:lstStyle/>
          <a:p>
            <a:pPr algn="l"/>
            <a:r>
              <a:rPr sz="1400">
                <a:solidFill>
                  <a:srgbClr val="E6EDF3"/>
                </a:solidFill>
                <a:latin typeface="Consolas"/>
              </a:rPr>
              <a:t>{ source, baseUrl, user, orgId, orgName, issuedAt, expiresAt, sessionId, jwt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Segoe UI"/>
              </a:rPr>
              <a:t>•  JWT lasts ~30 min; idmc-segment.mjs re-mints it from sessionId automatically while the IDMC session lives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Which refresh to run?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F8A8A"/>
                </a:solidFill>
                <a:latin typeface="Segoe UI"/>
              </a:rPr>
              <a:t>MCP server fails with 401 / AUTH_HEADER_REJECTED / "does not support dynamic client registration"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840480" cy="822960"/>
          </a:xfrm>
          <a:prstGeom prst="roundRect">
            <a:avLst/>
          </a:prstGeom>
          <a:solidFill>
            <a:srgbClr val="F3F5F8"/>
          </a:solidFill>
          <a:ln w="15875">
            <a:solidFill>
              <a:srgbClr val="122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8404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122B4A"/>
                </a:solidFill>
                <a:latin typeface="Segoe UI"/>
              </a:rPr>
              <a:t>Saved token still valid</a:t>
            </a:r>
          </a:p>
          <a:p>
            <a:pPr algn="ctr"/>
            <a:r>
              <a:rPr sz="1400" b="1">
                <a:solidFill>
                  <a:srgbClr val="122B4A"/>
                </a:solidFill>
                <a:latin typeface="Segoe UI"/>
              </a:rPr>
              <a:t>for that server?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709928"/>
            <a:ext cx="77724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1F8A8A"/>
                </a:solidFill>
                <a:latin typeface="Segoe UI"/>
              </a:rPr>
              <a:t>yes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72000" y="2039112"/>
            <a:ext cx="685800" cy="228600"/>
          </a:xfrm>
          <a:prstGeom prst="rightArrow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49240" y="1691640"/>
            <a:ext cx="4572000" cy="822960"/>
          </a:xfrm>
          <a:prstGeom prst="round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691640"/>
            <a:ext cx="457200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-ApplySaved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(oauth20: all servers · oauth21: -Resource &lt;name&gt;)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97480"/>
            <a:ext cx="3840480" cy="822960"/>
          </a:xfrm>
          <a:prstGeom prst="roundRect">
            <a:avLst/>
          </a:prstGeom>
          <a:solidFill>
            <a:srgbClr val="F3F5F8"/>
          </a:solidFill>
          <a:ln w="15875">
            <a:solidFill>
              <a:srgbClr val="122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38404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122B4A"/>
                </a:solidFill>
                <a:latin typeface="Segoe UI"/>
              </a:rPr>
              <a:t>OAuth 2.1 token expired,</a:t>
            </a:r>
          </a:p>
          <a:p>
            <a:pPr algn="ctr"/>
            <a:r>
              <a:rPr sz="1400" b="1">
                <a:solidFill>
                  <a:srgbClr val="122B4A"/>
                </a:solidFill>
                <a:latin typeface="Segoe UI"/>
              </a:rPr>
              <a:t>refresh_token saved?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715768"/>
            <a:ext cx="77724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1F8A8A"/>
                </a:solidFill>
                <a:latin typeface="Segoe UI"/>
              </a:rPr>
              <a:t>yes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2000" y="3044952"/>
            <a:ext cx="685800" cy="228600"/>
          </a:xfrm>
          <a:prstGeom prst="rightArrow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49240" y="2697480"/>
            <a:ext cx="4572000" cy="822960"/>
          </a:xfrm>
          <a:prstGeom prst="round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697480"/>
            <a:ext cx="457200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-Refresh -Resource &lt;name&gt;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(no browser, no prompt)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03320"/>
            <a:ext cx="3840480" cy="822960"/>
          </a:xfrm>
          <a:prstGeom prst="roundRect">
            <a:avLst/>
          </a:prstGeom>
          <a:solidFill>
            <a:srgbClr val="F3F5F8"/>
          </a:solidFill>
          <a:ln w="15875">
            <a:solidFill>
              <a:srgbClr val="122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38404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122B4A"/>
                </a:solidFill>
                <a:latin typeface="Segoe UI"/>
              </a:rPr>
              <a:t>Need a new token:</a:t>
            </a:r>
          </a:p>
          <a:p>
            <a:pPr algn="ctr"/>
            <a:r>
              <a:rPr sz="1400" b="1">
                <a:solidFill>
                  <a:srgbClr val="122B4A"/>
                </a:solidFill>
                <a:latin typeface="Segoe UI"/>
              </a:rPr>
              <a:t>service principal OK?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721608"/>
            <a:ext cx="77724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F27A1A"/>
                </a:solidFill>
                <a:latin typeface="Segoe UI"/>
              </a:rPr>
              <a:t>yes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4050792"/>
            <a:ext cx="685800" cy="228600"/>
          </a:xfrm>
          <a:prstGeom prst="rightArrow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349240" y="3703320"/>
            <a:ext cx="4572000" cy="822960"/>
          </a:xfrm>
          <a:prstGeom prst="round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703320"/>
            <a:ext cx="457200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refresh-token-mcp-oauth20.cmd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(client secret, all servers)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09160"/>
            <a:ext cx="3840480" cy="822960"/>
          </a:xfrm>
          <a:prstGeom prst="roundRect">
            <a:avLst/>
          </a:prstGeom>
          <a:solidFill>
            <a:srgbClr val="F3F5F8"/>
          </a:solidFill>
          <a:ln w="15875">
            <a:solidFill>
              <a:srgbClr val="122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38404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122B4A"/>
                </a:solidFill>
                <a:latin typeface="Segoe UI"/>
              </a:rPr>
              <a:t>Must run as your</a:t>
            </a:r>
          </a:p>
          <a:p>
            <a:pPr algn="ctr"/>
            <a:r>
              <a:rPr sz="1400" b="1">
                <a:solidFill>
                  <a:srgbClr val="122B4A"/>
                </a:solidFill>
                <a:latin typeface="Segoe UI"/>
              </a:rPr>
              <a:t>own user?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727448"/>
            <a:ext cx="77724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1">
                <a:solidFill>
                  <a:srgbClr val="F27A1A"/>
                </a:solidFill>
                <a:latin typeface="Segoe UI"/>
              </a:rPr>
              <a:t>yes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572000" y="5056632"/>
            <a:ext cx="685800" cy="228600"/>
          </a:xfrm>
          <a:prstGeom prst="rightArrow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49240" y="4709160"/>
            <a:ext cx="4572000" cy="822960"/>
          </a:xfrm>
          <a:prstGeom prst="round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709160"/>
            <a:ext cx="457200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refresh-token-mcp-oauth21.cmd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(browser login, one server)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1691640"/>
            <a:ext cx="1600200" cy="3840480"/>
          </a:xfrm>
          <a:prstGeom prst="round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1691640"/>
            <a:ext cx="1600200" cy="3840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Then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/mcp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→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reconnect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Segoe UI"/>
              </a:rPr>
              <a:t>Check expiresAt in ~/.idmc/mcp-oauth20-token.json / mcp-oauth21-token.json first — Claude can run -ApplySaved and -Refresh itself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Invalidating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F8A8A"/>
                </a:solidFill>
                <a:latin typeface="Segoe UI"/>
              </a:rPr>
              <a:t>One script per kind; each lists what it removes and asks to confirm (-WhatIf lists only, -Force skips the prompt)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00" cy="39319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82296" cy="393192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212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invalidate-token-mcp.cmd  [-Project &lt;folder&gt;]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Removes headers.Authorization of every local MCP server in .claude.json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Removes Claude Code's own OAuth login (.credentials.json → mcpOAuth)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Backs up both files: *.bak-invalidate-&lt;timestamp&gt;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Deletes mcp-oauth20-token.json and mcp-oauth21-token.json (access + refresh)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22B4A"/>
                </a:solidFill>
                <a:latin typeface="Segoe UI"/>
              </a:rPr>
              <a:t>•  Local only — not revoked at IDMC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91640"/>
            <a:ext cx="5486400" cy="39319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82296" cy="393192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52120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22B4A"/>
                </a:solidFill>
                <a:latin typeface="Segoe UI"/>
              </a:rPr>
              <a:t>invalidate-token-api.cmd  [-NoLogout] [-Profiles]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POST &lt;baseUrl&gt;/saas/public/core/v3/logout with INFA-SESSION-ID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555F6B"/>
                </a:solidFill>
                <a:latin typeface="Segoe UI"/>
              </a:rPr>
              <a:t>–  So the JWT can no longer be re-minted from the session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Deletes api-token.json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-NoLogout: only delete the file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55F6B"/>
                </a:solidFill>
                <a:latin typeface="Segoe UI"/>
              </a:rPr>
              <a:t>•  -Profiles: also delete Edge profiles %TEMP%\idmc-login-edge* (forget SSO login)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0">
                <a:solidFill>
                  <a:srgbClr val="555F6B"/>
                </a:solidFill>
                <a:latin typeface="Segoe UI"/>
              </a:rPr>
              <a:t>After MCP invalidation, servers fail with "does not support dynamic client registration" until a new token is written and /mcp → reconnect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1F8A8A"/>
                </a:solidFill>
                <a:latin typeface="Segoe UI"/>
              </a:rPr>
              <a:t>Symptom → cause →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47120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474720"/>
                <a:gridCol w="3840480"/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Symptom</a:t>
                      </a:r>
                    </a:p>
                  </a:txBody>
                  <a:tcPr marL="73152" marR="7315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Cause</a:t>
                      </a:r>
                    </a:p>
                  </a:txBody>
                  <a:tcPr marL="73152" marR="73152">
                    <a:solidFill>
                      <a:srgbClr val="122B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 marL="73152" marR="73152">
                    <a:solidFill>
                      <a:srgbClr val="122B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B4A"/>
                          </a:solidFill>
                          <a:latin typeface="Segoe UI"/>
                        </a:rPr>
                        <a:t>MCP 401 / "Exception encountered while processing JWT"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MCP token expired or invalid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oauth20 (or -ApplySaved) / oauth21 for one server → /mcp reconnect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B4A"/>
                          </a:solidFill>
                          <a:latin typeface="Segoe UI"/>
                        </a:rPr>
                        <a:t>MCP 401 right after an OAuth 2.1 refresh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Token aud is another server, or ~1 h expired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oauth21 -Refresh -Resource &lt;name&gt;, or mint for that server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B4A"/>
                          </a:solidFill>
                          <a:latin typeface="Segoe UI"/>
                        </a:rPr>
                        <a:t>"does not support dynamic client registration"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Server has no Authorization header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Write a token (any MCP script / -ApplySaved / -Refresh) → reconnect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B4A"/>
                          </a:solidFill>
                          <a:latin typeface="Segoe UI"/>
                        </a:rPr>
                        <a:t>/mcp "Clear authentication" doesn't help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It doesn't remove the header in .claude.json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invalidate-token-mcp.cmd, then write fresh tokens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B4A"/>
                          </a:solidFill>
                          <a:latin typeface="Segoe UI"/>
                        </a:rPr>
                        <a:t>invalid_grant on -Refresh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Refresh token expired / revoked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Log in again with oauth21 (no -Refresh)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B4A"/>
                          </a:solidFill>
                          <a:latin typeface="Segoe UI"/>
                        </a:rPr>
                        <a:t>check exits 3 / 4 / 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Token invalid / orgs differ / MCP missing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Refresh named token / same org / REST fallback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B4A"/>
                          </a:solidFill>
                          <a:latin typeface="Segoe UI"/>
                        </a:rPr>
                        <a:t>403 ACCESS_DENIED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Privilege problem, not token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Don't re-refresh — fix roles in the org</a:t>
                      </a:r>
                    </a:p>
                  </a:txBody>
                  <a:tcPr marL="73152" marR="73152">
                    <a:solidFill>
                      <a:srgbClr val="F3F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2B4A"/>
                          </a:solidFill>
                          <a:latin typeface="Segoe UI"/>
                        </a:rPr>
                        <a:t>Redirect / client error on OAuth 2.1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redirect_uri not registered exactly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55F6B"/>
                          </a:solidFill>
                          <a:latin typeface="Segoe UI"/>
                        </a:rPr>
                        <a:t>Register the loopback URI (or another port)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1100" b="0">
                <a:solidFill>
                  <a:srgbClr val="555F6B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Segoe UI"/>
              </a:rPr>
              <a:t>IDMC MCP toolkit · Token refresh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82296" cy="141732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122B4A"/>
                </a:solidFill>
                <a:latin typeface="Segoe UI"/>
              </a:rPr>
              <a:t>Keep them apart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1206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Segoe UI"/>
              </a:rPr>
              <a:t>MCP OAuth tokens live in .claude.json; the REST JWT lives in api-token.json — never cross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486400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82296" cy="141732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81328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122B4A"/>
                </a:solidFill>
                <a:latin typeface="Segoe UI"/>
              </a:rPr>
              <a:t>Know the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1206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Segoe UI"/>
              </a:rPr>
              <a:t>OAuth 2.0 = service principal (all servers). OAuth 2.1 = you (one server, aud-bound).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5486400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82296" cy="141732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27248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122B4A"/>
                </a:solidFill>
                <a:latin typeface="Segoe UI"/>
              </a:rPr>
              <a:t>Renew cheaply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66160"/>
            <a:ext cx="51206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Segoe UI"/>
              </a:rPr>
              <a:t>-ApplySaved for unexpired saved tokens, -Refresh for OAuth 2.1; mint new only when needed.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17520"/>
            <a:ext cx="5486400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017520"/>
            <a:ext cx="82296" cy="1417320"/>
          </a:xfrm>
          <a:prstGeom prst="rect">
            <a:avLst/>
          </a:prstGeom>
          <a:solidFill>
            <a:srgbClr val="F2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127248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122B4A"/>
                </a:solidFill>
                <a:latin typeface="Segoe UI"/>
              </a:rPr>
              <a:t>Same 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566160"/>
            <a:ext cx="51206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Segoe UI"/>
              </a:rPr>
              <a:t>MCP and REST tokens must target the same org — idmc-segment.mjs check enforces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5486400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82296" cy="141732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73168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122B4A"/>
                </a:solidFill>
                <a:latin typeface="Segoe UI"/>
              </a:rPr>
              <a:t>Secrets stay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12080"/>
            <a:ext cx="51206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Segoe UI"/>
              </a:rPr>
              <a:t>Secrets are only prompted in a console; Claude never sees or stores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663440"/>
            <a:ext cx="5486400" cy="1417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663440"/>
            <a:ext cx="82296" cy="141732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773168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122B4A"/>
                </a:solidFill>
                <a:latin typeface="Segoe UI"/>
              </a:rPr>
              <a:t>Always reconnect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12080"/>
            <a:ext cx="512064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555F6B"/>
                </a:solidFill>
                <a:latin typeface="Segoe UI"/>
              </a:rPr>
              <a:t>After any header change: /mcp → reconnect the named servers.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